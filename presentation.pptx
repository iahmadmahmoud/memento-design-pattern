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28EAFC-5CA5-4750-B350-7143F84C6AF9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FEB5-98DF-5E5C-A082-AC0617840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D2FD6-5646-F935-E93E-9F8F8D957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B1E38-C452-BD41-A0DA-40DE5E35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323E2-A027-FA27-917A-FD16704D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54A77-B567-7EDA-37B1-A02E171F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0161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0175-16D8-70BC-24E4-B94493E0E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53439-CF7A-C9F1-8849-F0702300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87B82-6FC2-BA64-823E-2F5424BE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F6691-10C6-CB22-34F5-C99900C5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647CC-D382-4FDB-0E28-5C85E248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0306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DE8D-FE34-00BE-F172-EE928715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C78DB-DEE3-C513-A051-E63B8395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79E81-2DC8-E777-49C7-53F9F200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E6A4-F4AE-90FE-815A-D3DE62B4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6E2D5-95D3-120D-458F-5ECEEBF41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2178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FAA2-4666-0C15-9972-92C07CAB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97DE-D755-6696-320C-A885E1A72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73A82-1B4D-E5BC-8D5E-6546F87B5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1BE78-B20F-02A6-4CA5-F932F796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5A78D-F7F4-6E9E-53B7-33889502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4DB94-284E-B930-9B12-E0C069AA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408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0E09-3A9D-A2EE-0888-70EE558FF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BAE38-118C-236D-0E44-62660C41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C4C61-CF22-A0A5-1E2F-F11F82F7C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2767E-6CF5-D2A3-C3CE-F85AC9F26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EE09C-16CC-D210-5A35-11D0C9BE3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6D410-B21A-9C82-1C11-398271A3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E94F6-7686-DA72-409C-4E577CC9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53CDF8-BF43-BBC7-2431-0E5B1F90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4262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BFD4-75CF-DFF3-0204-D1798C77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145F1F-46CC-9642-835F-06F3F96C5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E5F9-0D57-DFA5-5BD4-AE58900C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57A19-00AD-F601-7DE6-E2C70BBB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2103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38D64-7A3D-11F6-940B-EDBB44CB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395C9-AA00-E0B5-5723-FB902521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FD97F-04DE-EA03-AB49-4ADCCC5F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5663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6E37-9AB5-4B67-BC61-2B51425C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7B8A7-9F74-2502-739D-C2FC1D81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6D1F0-18BA-B731-912E-80F468632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3D2EC-4D59-C89D-AE8E-97F560A5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C32F5-8277-582E-2702-2B4DEB2D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9C37B-792C-60BC-070F-BECA9CDB1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142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4473-7DDF-9357-22BB-8CB2F889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BAB00-601C-CB6C-2749-7A40809C1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B5964-83FF-3B0A-404C-F6DE276EC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26A1E-00C8-1C16-7863-E0A5876A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709B3-461D-F0A6-90CA-9CFAB02E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73B0D-692C-EC41-52F5-C00F9824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0019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64BB-0469-DA7A-A1EB-56E6EA50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6229E-F214-6C94-8DE2-2C202C9FD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4206C-F070-2EDE-AFDB-953597FE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4CA66-1809-A9FE-4922-8AACAA6B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0F5AC-2479-42D2-23D1-7DC08D5C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4736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C8E39-FA83-BB3D-5058-10DF3EEC7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8A261-D896-1914-3514-E30F1EFA6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83E02-B6EC-B194-DA90-520BEE0C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9B160-E1BD-610A-A789-A5062FFC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CD4B-F9F6-B1D0-E4EA-6523AFC7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8860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709D6-8506-3894-9FC2-ED3E38D3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48F3D-A10B-DEB2-2FF7-F77FC855A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21502-4CB3-F627-76EB-BC7972EAF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4A4E4-EEDC-4A1A-899F-408762CB84CB}" type="datetimeFigureOut">
              <a:rPr lang="ar-EG" smtClean="0"/>
              <a:t>25/09/1447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C94C0-AC7F-032A-400D-125C4C544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B51AF-168D-54A2-123E-7B9318084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D834E-BA2B-459B-AC6E-2A130B3DB35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501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AhmadMahmoud/Memento-Design-Patter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3FBB-FCB5-90FB-E883-60BD9B9F41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Memento Design Pattern</a:t>
            </a:r>
            <a:endParaRPr lang="ar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BA119-8CC8-81EA-9CB1-157C774A19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1041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DE5C-182E-E21F-9EFC-43F4949F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UML</a:t>
            </a:r>
            <a:endParaRPr lang="ar-EG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1C173E-AA47-6F27-68DC-7DEBC3309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6" y="2348447"/>
            <a:ext cx="10526604" cy="398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58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32CE-F591-E44E-7BC2-3A30C13F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When to Use </a:t>
            </a:r>
            <a:endParaRPr lang="ar-E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3110F-D483-FDF0-1715-5E16C7603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Used to externalize object state to provide rollback functionality</a:t>
            </a:r>
            <a:endParaRPr lang="ar-EG" sz="3600" dirty="0"/>
          </a:p>
        </p:txBody>
      </p:sp>
    </p:spTree>
    <p:extLst>
      <p:ext uri="{BB962C8B-B14F-4D97-AF65-F5344CB8AC3E}">
        <p14:creationId xmlns:p14="http://schemas.microsoft.com/office/powerpoint/2010/main" val="181415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54E8-B761-5062-1C3C-22B4D994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Code</a:t>
            </a:r>
            <a:endParaRPr lang="ar-E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9570-2CA8-A757-097A-5E54279D6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 </a:t>
            </a:r>
            <a:r>
              <a:rPr lang="en-US" dirty="0">
                <a:hlinkClick r:id="rId2"/>
              </a:rPr>
              <a:t>link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06907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39B0-A66E-4006-5B9A-DC620B6D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Programing Scenario</a:t>
            </a:r>
            <a:endParaRPr lang="ar-E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B33AF-875E-EDFD-0A3B-E5633385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8984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4A03-771D-0CAD-D042-8DCE4F7A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Pitfalls</a:t>
            </a:r>
            <a:endParaRPr lang="ar-E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DD5CD-0FA3-1BB0-A990-D454A3CF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Can be expensive large copy</a:t>
            </a:r>
          </a:p>
          <a:p>
            <a:r>
              <a:rPr lang="en-US" sz="3200" dirty="0"/>
              <a:t>Deleting history</a:t>
            </a:r>
          </a:p>
          <a:p>
            <a:r>
              <a:rPr lang="en-US" sz="3200" dirty="0"/>
              <a:t>Don’t expose information except for the Memento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87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4C30-ACBE-FBE7-7E48-69D1881C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Thanks.</a:t>
            </a:r>
            <a:endParaRPr lang="ar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35960-7DEF-3222-A4F9-146F4D1B0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93156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Memento Design Pattern</vt:lpstr>
      <vt:lpstr>UML</vt:lpstr>
      <vt:lpstr>When to Use </vt:lpstr>
      <vt:lpstr>Code</vt:lpstr>
      <vt:lpstr>Programing Scenario</vt:lpstr>
      <vt:lpstr>Pitfalls</vt:lpstr>
      <vt:lpstr>Thanks.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Mahmoud Abdallah</dc:creator>
  <cp:lastModifiedBy>Ahmed Mahmoud Abdallah</cp:lastModifiedBy>
  <cp:revision>1</cp:revision>
  <dcterms:created xsi:type="dcterms:W3CDTF">2026-03-13T09:05:20Z</dcterms:created>
  <dcterms:modified xsi:type="dcterms:W3CDTF">2026-03-13T09:22:57Z</dcterms:modified>
</cp:coreProperties>
</file>